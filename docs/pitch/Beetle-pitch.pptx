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etle pitch" id="{b2ed3c1e-fe9c-99ca-9415-2031d913e329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cost of today's loop, then the promise in one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writes data, not code. Everything after the design is deterministic game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plain about the boundary: seven genres plus templates.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Warm-up call excluded: 14.0 s, of which 5.5 s was model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every result plays: the engine is fixed, only data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limits; they are the honest frame for the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E35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Slide title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45720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Beetle. One prompt, a playable 2D game, on this machine.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game idea should be playable today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label THE PROBLEM"/>
          <p:cNvSpPr txBox="1"/>
          <p:nvPr/>
        </p:nvSpPr>
        <p:spPr>
          <a:xfrm>
            <a:off x="457200" y="11887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THE PROBLEM</a:t>
            </a:r>
            <a:endParaRPr lang="en-US" sz="1000" dirty="0"/>
          </a:p>
        </p:txBody>
      </p:sp>
      <p:sp>
        <p:nvSpPr>
          <p:cNvPr id="16" name="body text"/>
          <p:cNvSpPr txBox="1"/>
          <p:nvPr/>
        </p:nvSpPr>
        <p:spPr>
          <a:xfrm>
            <a:off x="457200" y="1444752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Trying a game idea takes days of setup before anyone can play it. Cloud generators send the idea away and often return code that does not run.</a:t>
            </a:r>
            <a:endParaRPr lang="en-US" sz="1300" dirty="0"/>
          </a:p>
        </p:txBody>
      </p:sp>
      <p:sp>
        <p:nvSpPr>
          <p:cNvPr id="17" name="label THE USER"/>
          <p:cNvSpPr txBox="1"/>
          <p:nvPr/>
        </p:nvSpPr>
        <p:spPr>
          <a:xfrm>
            <a:off x="457200" y="2606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THE USER</a:t>
            </a:r>
            <a:endParaRPr lang="en-US" sz="1000" dirty="0"/>
          </a:p>
        </p:txBody>
      </p:sp>
      <p:sp>
        <p:nvSpPr>
          <p:cNvPr id="18" name="body text"/>
          <p:cNvSpPr txBox="1"/>
          <p:nvPr/>
        </p:nvSpPr>
        <p:spPr>
          <a:xfrm>
            <a:off x="457200" y="2862072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Designers, students and hobbyists who want to feel an idea in their hands before they commit to it.</a:t>
            </a:r>
            <a:endParaRPr lang="en-US" sz="1300" dirty="0"/>
          </a:p>
        </p:txBody>
      </p:sp>
      <p:sp>
        <p:nvSpPr>
          <p:cNvPr id="19" name="promise card"/>
          <p:cNvSpPr/>
          <p:nvPr/>
        </p:nvSpPr>
        <p:spPr>
          <a:xfrm>
            <a:off x="4846320" y="1188720"/>
            <a:ext cx="384048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74920" y="1463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Type one prompt.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074920" y="1965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Play a 2D game seconds later.</a:t>
            </a:r>
            <a:endParaRPr lang="en-US" sz="2000" dirty="0"/>
          </a:p>
        </p:txBody>
      </p:sp>
      <p:sp>
        <p:nvSpPr>
          <p:cNvPr id="22" name="body text"/>
          <p:cNvSpPr txBox="1"/>
          <p:nvPr/>
        </p:nvSpPr>
        <p:spPr>
          <a:xfrm>
            <a:off x="5074920" y="265176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Made on this machine by a local model. Change it in plain words. Take it away as one HTML file.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From prompt to playable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step IDEA"/>
          <p:cNvSpPr/>
          <p:nvPr/>
        </p:nvSpPr>
        <p:spPr>
          <a:xfrm>
            <a:off x="457200" y="1463040"/>
            <a:ext cx="1463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6" name="label IDEA"/>
          <p:cNvSpPr txBox="1"/>
          <p:nvPr/>
        </p:nvSpPr>
        <p:spPr>
          <a:xfrm>
            <a:off x="594360" y="16276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IDEA</a:t>
            </a:r>
            <a:endParaRPr lang="en-US" sz="1000" dirty="0"/>
          </a:p>
        </p:txBody>
      </p:sp>
      <p:sp>
        <p:nvSpPr>
          <p:cNvPr id="17" name="body text"/>
          <p:cNvSpPr txBox="1"/>
          <p:nvPr/>
        </p:nvSpPr>
        <p:spPr>
          <a:xfrm>
            <a:off x="594360" y="19202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sentence</a:t>
            </a:r>
            <a:endParaRPr lang="en-US" sz="1200" dirty="0"/>
          </a:p>
        </p:txBody>
      </p:sp>
      <p:sp>
        <p:nvSpPr>
          <p:cNvPr id="18" name="arrow"/>
          <p:cNvSpPr/>
          <p:nvPr/>
        </p:nvSpPr>
        <p:spPr>
          <a:xfrm>
            <a:off x="1956816" y="2194560"/>
            <a:ext cx="201168" cy="914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9" name="step DESIGN"/>
          <p:cNvSpPr/>
          <p:nvPr/>
        </p:nvSpPr>
        <p:spPr>
          <a:xfrm>
            <a:off x="2194560" y="1463040"/>
            <a:ext cx="1463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label DESIGN"/>
          <p:cNvSpPr txBox="1"/>
          <p:nvPr/>
        </p:nvSpPr>
        <p:spPr>
          <a:xfrm>
            <a:off x="2331720" y="16276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DESIGN</a:t>
            </a:r>
            <a:endParaRPr lang="en-US" sz="1000" dirty="0"/>
          </a:p>
        </p:txBody>
      </p:sp>
      <p:sp>
        <p:nvSpPr>
          <p:cNvPr id="21" name="body text"/>
          <p:cNvSpPr txBox="1"/>
          <p:nvPr/>
        </p:nvSpPr>
        <p:spPr>
          <a:xfrm>
            <a:off x="2331720" y="19202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local model writes a design doc, JSON schema</a:t>
            </a:r>
            <a:endParaRPr lang="en-US" sz="1200" dirty="0"/>
          </a:p>
        </p:txBody>
      </p:sp>
      <p:sp>
        <p:nvSpPr>
          <p:cNvPr id="22" name="arrow"/>
          <p:cNvSpPr/>
          <p:nvPr/>
        </p:nvSpPr>
        <p:spPr>
          <a:xfrm>
            <a:off x="3694176" y="2194560"/>
            <a:ext cx="201168" cy="914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3" name="step BUILD"/>
          <p:cNvSpPr/>
          <p:nvPr/>
        </p:nvSpPr>
        <p:spPr>
          <a:xfrm>
            <a:off x="3931920" y="1463040"/>
            <a:ext cx="1463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4" name="label BUILD"/>
          <p:cNvSpPr txBox="1"/>
          <p:nvPr/>
        </p:nvSpPr>
        <p:spPr>
          <a:xfrm>
            <a:off x="4069080" y="16276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BUILD</a:t>
            </a:r>
            <a:endParaRPr lang="en-US" sz="1000" dirty="0"/>
          </a:p>
        </p:txBody>
      </p:sp>
      <p:sp>
        <p:nvSpPr>
          <p:cNvPr id="25" name="body text"/>
          <p:cNvSpPr txBox="1"/>
          <p:nvPr/>
        </p:nvSpPr>
        <p:spPr>
          <a:xfrm>
            <a:off x="4069080" y="19202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genre kit plus level generator</a:t>
            </a:r>
            <a:endParaRPr lang="en-US" sz="1200" dirty="0"/>
          </a:p>
        </p:txBody>
      </p:sp>
      <p:sp>
        <p:nvSpPr>
          <p:cNvPr id="26" name="arrow"/>
          <p:cNvSpPr/>
          <p:nvPr/>
        </p:nvSpPr>
        <p:spPr>
          <a:xfrm>
            <a:off x="5431536" y="2194560"/>
            <a:ext cx="201168" cy="914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7" name="step PLAYTEST"/>
          <p:cNvSpPr/>
          <p:nvPr/>
        </p:nvSpPr>
        <p:spPr>
          <a:xfrm>
            <a:off x="5669280" y="1463040"/>
            <a:ext cx="1463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8" name="label PLAYTEST"/>
          <p:cNvSpPr txBox="1"/>
          <p:nvPr/>
        </p:nvSpPr>
        <p:spPr>
          <a:xfrm>
            <a:off x="5806440" y="16276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PLAYTEST</a:t>
            </a:r>
            <a:endParaRPr lang="en-US" sz="1000" dirty="0"/>
          </a:p>
        </p:txBody>
      </p:sp>
      <p:sp>
        <p:nvSpPr>
          <p:cNvPr id="29" name="body text"/>
          <p:cNvSpPr txBox="1"/>
          <p:nvPr/>
        </p:nvSpPr>
        <p:spPr>
          <a:xfrm>
            <a:off x="5806440" y="19202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bot finishes every level</a:t>
            </a:r>
            <a:endParaRPr lang="en-US" sz="1200" dirty="0"/>
          </a:p>
        </p:txBody>
      </p:sp>
      <p:sp>
        <p:nvSpPr>
          <p:cNvPr id="30" name="arrow"/>
          <p:cNvSpPr/>
          <p:nvPr/>
        </p:nvSpPr>
        <p:spPr>
          <a:xfrm>
            <a:off x="7168896" y="2194560"/>
            <a:ext cx="201168" cy="914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1" name="step PLAY"/>
          <p:cNvSpPr/>
          <p:nvPr/>
        </p:nvSpPr>
        <p:spPr>
          <a:xfrm>
            <a:off x="7406640" y="1463040"/>
            <a:ext cx="1463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2" name="label PLAY"/>
          <p:cNvSpPr txBox="1"/>
          <p:nvPr/>
        </p:nvSpPr>
        <p:spPr>
          <a:xfrm>
            <a:off x="7543800" y="16276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PLAY</a:t>
            </a:r>
            <a:endParaRPr lang="en-US" sz="1000" dirty="0"/>
          </a:p>
        </p:txBody>
      </p:sp>
      <p:sp>
        <p:nvSpPr>
          <p:cNvPr id="33" name="body text"/>
          <p:cNvSpPr txBox="1"/>
          <p:nvPr/>
        </p:nvSpPr>
        <p:spPr>
          <a:xfrm>
            <a:off x="7543800" y="19202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validated spec runs in the page</a:t>
            </a:r>
            <a:endParaRPr lang="en-US" sz="1200" dirty="0"/>
          </a:p>
        </p:txBody>
      </p:sp>
      <p:sp>
        <p:nvSpPr>
          <p:cNvPr id="34" name="label THEN"/>
          <p:cNvSpPr txBox="1"/>
          <p:nvPr/>
        </p:nvSpPr>
        <p:spPr>
          <a:xfrm>
            <a:off x="457200" y="3291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THEN</a:t>
            </a:r>
            <a:endParaRPr lang="en-US" sz="1000" dirty="0"/>
          </a:p>
        </p:txBody>
      </p:sp>
      <p:sp>
        <p:nvSpPr>
          <p:cNvPr id="35" name="body text"/>
          <p:cNvSpPr txBox="1"/>
          <p:nvPr/>
        </p:nvSpPr>
        <p:spPr>
          <a:xfrm>
            <a:off x="457200" y="3547872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Change it in plain words ("make the jumps higher", "more rain"). Every change is validated and must keep every level beatable. Export one offline HTML file; save to the library in the browser.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Seven genres, one text box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genre Platformer"/>
          <p:cNvSpPr/>
          <p:nvPr/>
        </p:nvSpPr>
        <p:spPr>
          <a:xfrm>
            <a:off x="457200" y="1234440"/>
            <a:ext cx="1901952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12344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Platformer</a:t>
            </a:r>
            <a:endParaRPr lang="en-US" sz="1400" dirty="0"/>
          </a:p>
        </p:txBody>
      </p:sp>
      <p:sp>
        <p:nvSpPr>
          <p:cNvPr id="17" name="genre Runner"/>
          <p:cNvSpPr/>
          <p:nvPr/>
        </p:nvSpPr>
        <p:spPr>
          <a:xfrm>
            <a:off x="2542032" y="1234440"/>
            <a:ext cx="1901952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79192" y="12344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Runner</a:t>
            </a:r>
            <a:endParaRPr lang="en-US" sz="1400" dirty="0"/>
          </a:p>
        </p:txBody>
      </p:sp>
      <p:sp>
        <p:nvSpPr>
          <p:cNvPr id="19" name="genre Top-down"/>
          <p:cNvSpPr/>
          <p:nvPr/>
        </p:nvSpPr>
        <p:spPr>
          <a:xfrm>
            <a:off x="4626864" y="1234440"/>
            <a:ext cx="1901952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64024" y="12344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Top-down</a:t>
            </a:r>
            <a:endParaRPr lang="en-US" sz="1400" dirty="0"/>
          </a:p>
        </p:txBody>
      </p:sp>
      <p:sp>
        <p:nvSpPr>
          <p:cNvPr id="21" name="genre Arena"/>
          <p:cNvSpPr/>
          <p:nvPr/>
        </p:nvSpPr>
        <p:spPr>
          <a:xfrm>
            <a:off x="6711696" y="1234440"/>
            <a:ext cx="1901952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48856" y="12344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Arena</a:t>
            </a:r>
            <a:endParaRPr lang="en-US" sz="1400" dirty="0"/>
          </a:p>
        </p:txBody>
      </p:sp>
      <p:sp>
        <p:nvSpPr>
          <p:cNvPr id="23" name="genre Puzzle"/>
          <p:cNvSpPr/>
          <p:nvPr/>
        </p:nvSpPr>
        <p:spPr>
          <a:xfrm>
            <a:off x="457200" y="2011680"/>
            <a:ext cx="1901952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201168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Puzzle</a:t>
            </a:r>
            <a:endParaRPr lang="en-US" sz="1400" dirty="0"/>
          </a:p>
        </p:txBody>
      </p:sp>
      <p:sp>
        <p:nvSpPr>
          <p:cNvPr id="25" name="genre Builder"/>
          <p:cNvSpPr/>
          <p:nvPr/>
        </p:nvSpPr>
        <p:spPr>
          <a:xfrm>
            <a:off x="2542032" y="2011680"/>
            <a:ext cx="1901952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679192" y="201168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Builder</a:t>
            </a:r>
            <a:endParaRPr lang="en-US" sz="1400" dirty="0"/>
          </a:p>
        </p:txBody>
      </p:sp>
      <p:sp>
        <p:nvSpPr>
          <p:cNvPr id="27" name="genre Lane defense"/>
          <p:cNvSpPr/>
          <p:nvPr/>
        </p:nvSpPr>
        <p:spPr>
          <a:xfrm>
            <a:off x="4626864" y="2011680"/>
            <a:ext cx="1901952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64024" y="201168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Lane defense</a:t>
            </a:r>
            <a:endParaRPr lang="en-US" sz="1400" dirty="0"/>
          </a:p>
        </p:txBody>
      </p:sp>
      <p:sp>
        <p:nvSpPr>
          <p:cNvPr id="29" name="label EVERY GAME GETS"/>
          <p:cNvSpPr txBox="1"/>
          <p:nvPr/>
        </p:nvSpPr>
        <p:spPr>
          <a:xfrm>
            <a:off x="457200" y="288036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EVERY GAME GETS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3136392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Procedural pixel sprites, tiles, backgrounds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Generated sound and music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Several levels, each finished by the bot</a:t>
            </a:r>
            <a:endParaRPr lang="en-US" sz="1200" dirty="0"/>
          </a:p>
        </p:txBody>
      </p:sp>
      <p:sp>
        <p:nvSpPr>
          <p:cNvPr id="31" name="label OUTSIDE THE GENRES"/>
          <p:cNvSpPr txBox="1"/>
          <p:nvPr/>
        </p:nvSpPr>
        <p:spPr>
          <a:xfrm>
            <a:off x="4663440" y="288036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OUTSIDE THE GENRES</a:t>
            </a:r>
            <a:endParaRPr lang="en-US" sz="1000" dirty="0"/>
          </a:p>
        </p:txBody>
      </p:sp>
      <p:sp>
        <p:nvSpPr>
          <p:cNvPr id="32" name="body text"/>
          <p:cNvSpPr txBox="1"/>
          <p:nvPr/>
        </p:nvSpPr>
        <p:spPr>
          <a:xfrm>
            <a:off x="4663440" y="3136392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Classic games (tetris, pong, snake, breakout and more) use hand-written templates. Anything else maps to the closest genre, and the studio says so.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Measured on this machine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stat prompts became validated, playtested games"/>
          <p:cNvSpPr/>
          <p:nvPr/>
        </p:nvSpPr>
        <p:spPr>
          <a:xfrm>
            <a:off x="457200" y="123444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134416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6 of 6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189280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prompts became validated, playtested games</a:t>
            </a:r>
            <a:endParaRPr lang="en-US" sz="1100" dirty="0"/>
          </a:p>
        </p:txBody>
      </p:sp>
      <p:sp>
        <p:nvSpPr>
          <p:cNvPr id="18" name="stat prompt to playable spec, model loaded"/>
          <p:cNvSpPr/>
          <p:nvPr/>
        </p:nvSpPr>
        <p:spPr>
          <a:xfrm>
            <a:off x="3268980" y="123444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06140" y="134416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10.7 to 16.9 s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406140" y="189280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prompt to playable spec, model loaded</a:t>
            </a:r>
            <a:endParaRPr lang="en-US" sz="1100" dirty="0"/>
          </a:p>
        </p:txBody>
      </p:sp>
      <p:sp>
        <p:nvSpPr>
          <p:cNvPr id="21" name="stat validator errors and repair fixes"/>
          <p:cNvSpPr/>
          <p:nvPr/>
        </p:nvSpPr>
        <p:spPr>
          <a:xfrm>
            <a:off x="6080760" y="123444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17920" y="134416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189280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validator errors and repair fixes</a:t>
            </a:r>
            <a:endParaRPr lang="en-US" sz="1100" dirty="0"/>
          </a:p>
        </p:txBody>
      </p:sp>
      <p:sp>
        <p:nvSpPr>
          <p:cNvPr id="24" name="body text"/>
          <p:cNvSpPr txBox="1"/>
          <p:nvPr/>
        </p:nvSpPr>
        <p:spPr>
          <a:xfrm>
            <a:off x="457200" y="265176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qwen3.5:4b on Ollama, loopback only, shared GPU. Prompts: fox platformer, dungeon with keys and doors, bee tower defense, candy sliding puzzle, "a game like Red Ball 5", stickman fight. Model time 10.3 to 12.7 s per design; side-view genres add about 3.8 to 4.6 s while the bot plays every level. Source: docs/RESULTS.md.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Private and safe by construction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safety LOCAL MODEL"/>
          <p:cNvSpPr/>
          <p:nvPr/>
        </p:nvSpPr>
        <p:spPr>
          <a:xfrm>
            <a:off x="457200" y="123444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6" name="label LOCAL MODEL"/>
          <p:cNvSpPr txBox="1"/>
          <p:nvPr/>
        </p:nvSpPr>
        <p:spPr>
          <a:xfrm>
            <a:off x="621792" y="14173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LOCAL MODEL</a:t>
            </a:r>
            <a:endParaRPr lang="en-US" sz="1000" dirty="0"/>
          </a:p>
        </p:txBody>
      </p:sp>
      <p:sp>
        <p:nvSpPr>
          <p:cNvPr id="17" name="body text"/>
          <p:cNvSpPr txBox="1"/>
          <p:nvPr/>
        </p:nvSpPr>
        <p:spPr>
          <a:xfrm>
            <a:off x="621792" y="17373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Ollama on loopback. No cloud model, no cloud fallback. The server refuses any non-loopback model address.</a:t>
            </a:r>
            <a:endParaRPr lang="en-US" sz="1200" dirty="0"/>
          </a:p>
        </p:txBody>
      </p:sp>
      <p:sp>
        <p:nvSpPr>
          <p:cNvPr id="18" name="safety NO MODEL CODE"/>
          <p:cNvSpPr/>
          <p:nvPr/>
        </p:nvSpPr>
        <p:spPr>
          <a:xfrm>
            <a:off x="3268980" y="123444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9" name="label NO MODEL CODE"/>
          <p:cNvSpPr txBox="1"/>
          <p:nvPr/>
        </p:nvSpPr>
        <p:spPr>
          <a:xfrm>
            <a:off x="3433572" y="14173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NO MODEL CODE</a:t>
            </a:r>
            <a:endParaRPr lang="en-US" sz="1000" dirty="0"/>
          </a:p>
        </p:txBody>
      </p:sp>
      <p:sp>
        <p:nvSpPr>
          <p:cNvPr id="20" name="body text"/>
          <p:cNvSpPr txBox="1"/>
          <p:nvPr/>
        </p:nvSpPr>
        <p:spPr>
          <a:xfrm>
            <a:off x="3433572" y="17373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model writes a design or patch operations, checked by schema and validator. Model-written game code is turned off.</a:t>
            </a:r>
            <a:endParaRPr lang="en-US" sz="1200" dirty="0"/>
          </a:p>
        </p:txBody>
      </p:sp>
      <p:sp>
        <p:nvSpPr>
          <p:cNvPr id="21" name="safety OFFLINE EXPORT"/>
          <p:cNvSpPr/>
          <p:nvPr/>
        </p:nvSpPr>
        <p:spPr>
          <a:xfrm>
            <a:off x="6080760" y="123444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2" name="label OFFLINE EXPORT"/>
          <p:cNvSpPr txBox="1"/>
          <p:nvPr/>
        </p:nvSpPr>
        <p:spPr>
          <a:xfrm>
            <a:off x="6245352" y="14173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OFFLINE EXPORT</a:t>
            </a:r>
            <a:endParaRPr lang="en-US" sz="1000" dirty="0"/>
          </a:p>
        </p:txBody>
      </p:sp>
      <p:sp>
        <p:nvSpPr>
          <p:cNvPr id="23" name="body text"/>
          <p:cNvSpPr txBox="1"/>
          <p:nvPr/>
        </p:nvSpPr>
        <p:spPr>
          <a:xfrm>
            <a:off x="6245352" y="17373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HTML file with runtime, spec and art inlined; its content security policy blocks all network access.</a:t>
            </a:r>
            <a:endParaRPr lang="en-US" sz="1200" dirty="0"/>
          </a:p>
        </p:txBody>
      </p:sp>
      <p:sp>
        <p:nvSpPr>
          <p:cNvPr id="24" name="body text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director token is handed only to pages opened on this machine.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Limits, said plainly, and what is next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label LIMITS"/>
          <p:cNvSpPr txBox="1"/>
          <p:nvPr/>
        </p:nvSpPr>
        <p:spPr>
          <a:xfrm>
            <a:off x="457200" y="11887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LIMITS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1444752"/>
            <a:ext cx="40233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Seven genres plus classic templates; other ideas become the closest genre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 new game types at run time while model code is off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One machine, one designer; library lives in this browser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Benchmark excludes asset painting and the worker hop</a:t>
            </a:r>
            <a:endParaRPr lang="en-US" sz="1200" dirty="0"/>
          </a:p>
        </p:txBody>
      </p:sp>
      <p:sp>
        <p:nvSpPr>
          <p:cNvPr id="17" name="label NEXT"/>
          <p:cNvSpPr txBox="1"/>
          <p:nvPr/>
        </p:nvSpPr>
        <p:spPr>
          <a:xfrm>
            <a:off x="4663440" y="11887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NEXT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663440" y="1444752"/>
            <a:ext cx="40233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More genres and templates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 declarative way to describe new mechanics, so new game types need no executable model output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Sharing libraries between machines</a:t>
            </a:r>
            <a:endParaRPr lang="en-US" sz="1200" dirty="0"/>
          </a:p>
        </p:txBody>
      </p:sp>
      <p:sp>
        <p:nvSpPr>
          <p:cNvPr id="19" name="closing line"/>
          <p:cNvSpPr txBox="1"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One prompt, a playable game, on your machine.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etle Deep Garden">
  <a:themeElements>
    <a:clrScheme name="Beetle Deep Garden">
      <a:dk1>
        <a:srgbClr val="EDE7DB"/>
      </a:dk1>
      <a:lt1>
        <a:srgbClr val="0E3534"/>
      </a:lt1>
      <a:dk2>
        <a:srgbClr val="BDB3A2"/>
      </a:dk2>
      <a:lt2>
        <a:srgbClr val="1B4A48"/>
      </a:lt2>
      <a:accent1>
        <a:srgbClr val="E8A33D"/>
      </a:accent1>
      <a:accent2>
        <a:srgbClr val="D8402B"/>
      </a:accent2>
      <a:accent3>
        <a:srgbClr val="7FB5B1"/>
      </a:accent3>
      <a:accent4>
        <a:srgbClr val="2E6B68"/>
      </a:accent4>
      <a:accent5>
        <a:srgbClr val="3F8582"/>
      </a:accent5>
      <a:accent6>
        <a:srgbClr val="C9A15A"/>
      </a:accent6>
      <a:hlink>
        <a:srgbClr val="E8A33D"/>
      </a:hlink>
      <a:folHlink>
        <a:srgbClr val="7FB5B1"/>
      </a:folHlink>
    </a:clrScheme>
    <a:fontScheme name="Beetle Deep Garde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Beetle pitch</dc:title>
  <dc:subject>PptxGenJS Presentation</dc:subject>
  <dc:creator>Beetle team</dc:creator>
  <cp:lastModifiedBy>Beetle team</cp:lastModifiedBy>
  <cp:revision>1</cp:revision>
  <dcterms:created xsi:type="dcterms:W3CDTF">2026-10-03T21:34:22Z</dcterms:created>
  <dcterms:modified xsi:type="dcterms:W3CDTF">2026-10-03T21:34:22Z</dcterms:modified>
</cp:coreProperties>
</file>